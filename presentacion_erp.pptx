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assets/mermaid/01_evolucion_erp.mmd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assets/mermaid/02_arquitectura_erp.mmd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assets/mermaid/13_modulos_horizontal.mmd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assets/mermaid/04_flujo_venta.mmd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assets/mermaid/06_sectores_erp.mmd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assets/mermaid/05_tipos_erp.mmd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assets/mermaid/11_seleccion_erp.mmd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assets/mermaid/07_multientidad.mmd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assets/mermaid/08_rbac.mmd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ERP</dc:title>
  <dc:subject>PptxGenJS Presentation</dc:subject>
  <dc:creator>Created by Marp</dc:creator>
  <cp:lastModifiedBy>Created by Marp</cp:lastModifiedBy>
  <cp:revision>1</cp:revision>
  <dcterms:created xsi:type="dcterms:W3CDTF">2026-08-03T01:38:36Z</dcterms:created>
  <dcterms:modified xsi:type="dcterms:W3CDTF">2026-08-03T01:38:36Z</dcterms:modified>
</cp:coreProperties>
</file>