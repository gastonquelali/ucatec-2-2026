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assets/mermaid/01_flujo_archivos.mmd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assets/mermaid/03_serializacion.mmd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assets/mermaid/04_json_vs_xml.mmd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assets/mermaid/02_jerarquia_streams.mmd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Entrada/Salida, Archivos y Serialización</dc:title>
  <dc:subject>PptxGenJS Presentation</dc:subject>
  <dc:creator>Created by Marp</dc:creator>
  <cp:lastModifiedBy>Created by Marp</cp:lastModifiedBy>
  <cp:revision>1</cp:revision>
  <dcterms:created xsi:type="dcterms:W3CDTF">2026-08-18T15:22:34Z</dcterms:created>
  <dcterms:modified xsi:type="dcterms:W3CDTF">2026-08-18T15:22:34Z</dcterms:modified>
</cp:coreProperties>
</file>